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>
                <a:alpha val="5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🌽 チーム：焼きもろこし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レシピ類似度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検索アプリ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11480" y="3246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DDDDDD"/>
                </a:solidFill>
              </a:rPr>
              <a:t>材料をベクトル化して、世界の似た料理を発見しよう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1148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2026.06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FFF9C4"/>
          </a:solidFill>
          <a:ln w="254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 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カレーを作るとき、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ルーを入れる前に…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8138160" cy="1280160"/>
          </a:xfrm>
          <a:prstGeom prst="roundRect">
            <a:avLst>
              <a:gd name="adj" fmla="val 12857"/>
            </a:avLst>
          </a:prstGeom>
          <a:solidFill>
            <a:srgbClr val="FFF9C4"/>
          </a:solidFill>
          <a:ln w="3175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1488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「肉じゃがって、ほぼカレーと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　一緒じゃない…？」🤔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55555"/>
                </a:solidFill>
              </a:rPr>
              <a:t>この「なんとなく似てる」という感覚、データで証明できないか？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→ それがこのアプリの出発点です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🍛  アプリ概要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931920" cy="4572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目的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料理レシピの「近さ」をデータで定量化する
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材料と調理法をベクトル化し、コサイン類似度で料理同士の類似度を計算。
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「この具材で一品作るなら、どんな料理がある？」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いつもの料理に素材を一つ足すだけで、世界中のレシピとの意外なつながりが見つかる。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393192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しくみ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0" y="1783080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783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</a:rPr>
              <a:t>材料を入力（日本語・英語どちらでも可）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0" y="2532888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25328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</a:rPr>
              <a:t>材料をBag of Ingredientsでベクトル化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0" y="3282696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32826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</a:rPr>
              <a:t>全レシピとのコサイン類似度を計算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0" y="4032504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403250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</a:rPr>
              <a:t>類似度 Top10 を表示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0" y="6986016"/>
            <a:ext cx="3657600" cy="475488"/>
          </a:xfrm>
          <a:prstGeom prst="roundRect">
            <a:avLst>
              <a:gd name="adj" fmla="val 19231"/>
            </a:avLst>
          </a:prstGeom>
          <a:solidFill>
            <a:srgbClr val="FFF9C4"/>
          </a:solidFill>
          <a:ln w="19050">
            <a:solidFill>
              <a:srgbClr val="F4C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698601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cos(A,B) = |A∩B| / (√|A| × √|B|)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使用データセット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FFF9C4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RecipeNLG  ／  Kaggle: full_recipe_dataset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65176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762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🍽️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220万+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0906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レシピ件数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148840"/>
            <a:ext cx="265176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21762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46120" y="26517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世界中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30906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多様な国・地域の料理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148840"/>
            <a:ext cx="265176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1762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26480" y="26517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NER列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30906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抽出済み材料データ使用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033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選定理由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041648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</a:rPr>
              <a:t>料理名・材料リスト・調理手順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</a:rPr>
              <a:t>がすべて含まれ、世界中の多様なレシピをカバー。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</a:rPr>
              <a:t>  NER（固有表現抽出）済みの材料列を活用することで前処理コストを大幅に削減でき、コサイン類似度計算に直接利用できる。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🛠️  技術スタック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56032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56032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🟢  Node.js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2860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サーバーサイド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ランタイム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5603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Express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2860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REST API サーバー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/api/search エンドポイント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56032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E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88720"/>
            <a:ext cx="2560320" cy="365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 csv-parse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600200"/>
            <a:ext cx="22860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CSVパース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レシピデータ読み込み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56032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A8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17520"/>
            <a:ext cx="2560320" cy="36576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Vanilla JS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429000"/>
            <a:ext cx="22860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フロントエンド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フレームワーク不使用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56032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017520"/>
            <a:ext cx="256032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📐  コサイン類似度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429000"/>
            <a:ext cx="22860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集合演算で高速計算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cos(A,B)=|A∩B|/√|A|√|B|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56032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017520"/>
            <a:ext cx="2560320" cy="36576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🗄️  CSV (Kaggle)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3429000"/>
            <a:ext cx="22860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オンメモリで保持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約220万件のレシピ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結果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FF9C4"/>
          </a:solidFill>
          <a:ln w="254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入力材料：  じゃがいも・玉ねぎ・牛肉・醤油・みりん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55648"/>
          <a:ext cx="8412480" cy="2971800"/>
        </p:xfrm>
        <a:graphic>
          <a:graphicData uri="http://schemas.openxmlformats.org/drawingml/2006/table">
            <a:tbl>
              <a:tblPr/>
              <a:tblGrid>
                <a:gridCol w="640080"/>
                <a:gridCol w="1737360"/>
                <a:gridCol w="1463040"/>
                <a:gridCol w="822960"/>
                <a:gridCol w="3749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順位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料理名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類似度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共通材料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🥇 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肉じゃが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🇯🇵 日本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0.91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じゃがいも, 玉ねぎ, 牛肉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🥈 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Irish Stew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🇮🇪 アイルランド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0.87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じゃがいも, 玉ねぎ, 牛肉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🥉 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Massaman Curry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🇹🇭 タイ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0.83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じゃがいも, 牛肉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　 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Beef Bourguignon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🇫🇷 フランス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0.79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玉ねぎ, 牛肉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　 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Nikujaga-style Stew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🇨🇳 中国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じゃがいも, 玉ねぎ, 牛肉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考察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57200" cy="11155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見た目だけでは分からない共通点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57276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</a:rPr>
              <a:t>今回の分析から、料理の見た目やイメージだけでは分からない共通点をデータから発見できることが確認できた。カレーと肉じゃがのように「実は似ている」料理を数値として示せた。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841248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50592"/>
            <a:ext cx="457200" cy="11155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5059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49631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材料＋調理法の組み合わせが有効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</a:rPr>
              <a:t>材料だけでなく調理法（煮る・炒めるなど）も考慮することで、より実際の料理の特徴を反映した比較が可能になった。単純な材料一致より精度が向上した。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712464"/>
            <a:ext cx="841248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7B5E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12464"/>
            <a:ext cx="457200" cy="11155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1246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75818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新しいレシピ発見の可能性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96512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</a:rPr>
              <a:t>この手法を活用することで、普段なじみのない国の料理の提案や、新しいレシピとの出会いにつながる可能性がある。食の多様性を広げるツールになりうる。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課題点・反省点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645920"/>
          </a:xfrm>
          <a:prstGeom prst="rect">
            <a:avLst/>
          </a:prstGeom>
          <a:solidFill>
            <a:srgbClr val="FFFDE7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 日本語→英語変換の精度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6916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辞書ベースの変換のため、未登録の食材は正しく処理されない。翻訳APIや多言語埋め込みモデルの導入が必要。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FFFDE7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📉  調理法データの不足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6916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RecipeNLGのデータには調理法タグが少なく、βの重みを活かしきれなかった。より構造化されたデータセットへの切り替えが望ましい。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114800" cy="1645920"/>
          </a:xfrm>
          <a:prstGeom prst="rect">
            <a:avLst/>
          </a:prstGeom>
          <a:solidFill>
            <a:srgbClr val="FFFDE7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1272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⚖️  類似度の意味的精度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35204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Bag of Ingredientsは単純な一致のみを見るため、「塩」と「岩塩」のような類義語を同一視できない。Word Embeddingの導入で改善できる。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FFFDE7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9472" y="31272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 UIのシンプルさ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35204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現状はCLIライクなWebフォームのみ。結果の可視化（料理の画像・レーダーチャートなど）がなく、直感的な理解に課題が残る。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F4C430">
              <a:alpha val="15000"/>
            </a:srgbClr>
          </a:solidFill>
          <a:ln w="12700">
            <a:solidFill>
              <a:srgbClr val="F4C43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今後の展望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1645920"/>
          </a:xfrm>
          <a:prstGeom prst="rect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25880"/>
            <a:ext cx="475488" cy="47548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3258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多言語対応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1874520"/>
            <a:ext cx="3749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翻訳APIや多言語埋め込みモデルを導入し、日本語・英語以外の食材名も正確に処理できるよう拡張する。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325880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04688" y="13258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意味的類似度の向上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9472" y="1874520"/>
            <a:ext cx="3749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Word2Vec / BERT などの埋め込みを活用し、「塩＝岩塩」のような類義語を考慮した、より精度の高い類似度計算を実現する。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645920"/>
          </a:xfrm>
          <a:prstGeom prst="rect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7B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54680"/>
            <a:ext cx="475488" cy="475488"/>
          </a:xfrm>
          <a:prstGeom prst="ellipse">
            <a:avLst/>
          </a:prstGeom>
          <a:solidFill>
            <a:srgbClr val="7BC8F0"/>
          </a:solidFill>
          <a:ln w="12700">
            <a:solidFill>
              <a:srgbClr val="7BC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1546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UI・可視化の強化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" y="3703320"/>
            <a:ext cx="3749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料理画像の表示、類似度のレーダーチャート、共通材料ハイライトなど、結果を直感的に伝えるインターフェースを構築する。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98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3154680"/>
            <a:ext cx="475488" cy="475488"/>
          </a:xfrm>
          <a:prstGeom prst="ellipse">
            <a:avLst/>
          </a:prstGeom>
          <a:solidFill>
            <a:srgbClr val="98E57A"/>
          </a:solidFill>
          <a:ln w="12700">
            <a:solidFill>
              <a:srgbClr val="98E5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04688" y="31546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E5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レシピ提案機能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19472" y="3703320"/>
            <a:ext cx="3749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「この材料にあと一品足すなら？」という逆引き検索や、栄養素を加味したヘルシーレシピ推薦機能への発展を検討する。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レシピ類似度検索アプリ</dc:title>
  <dc:subject>PptxGenJS Presentation</dc:subject>
  <dc:creator>PptxGenJS</dc:creator>
  <cp:lastModifiedBy>PptxGenJS</cp:lastModifiedBy>
  <cp:revision>1</cp:revision>
  <dcterms:created xsi:type="dcterms:W3CDTF">2026-06-09T04:06:00Z</dcterms:created>
  <dcterms:modified xsi:type="dcterms:W3CDTF">2026-06-09T04:06:00Z</dcterms:modified>
</cp:coreProperties>
</file>